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0789920" y="457200"/>
            <a:ext cx="731520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73152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0120" y="7315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8720" y="73152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DATING SERVICE PROPOSAL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야만추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野慢追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야구장에서 만남을 추구하다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직관(直觀)을 매개로 자연스럽게 만나는 취미 기반 소셜 매칭 서비스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5852160"/>
            <a:ext cx="1371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Ver. 1.0  |  2026.05  |  Planning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야만추인가?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데이팅 앱의 3가지 한계와, 야구라는 후크가 그것을 어떻게 해결하는가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862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포화된 시장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+ 프로필 텍스트로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호감 판단하는 동질화된 UX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347472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374904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8862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신뢰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1772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'데이팅'이라는 단어 자체가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심리적 진입 장벽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347472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0" y="374904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886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리텐션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1248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매칭되는 순간 카톡으로 이탈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앱은 그저 통로 역할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6172200"/>
            <a:ext cx="73152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2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야구는 시즌이라는 자연스러운 리듬과 진성 팬덤이라는 신뢰 장치를 동시에 제공한다.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데이팅 앱 vs 야만추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74320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834640"/>
            <a:ext cx="4206240" cy="54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834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데이팅 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2834640"/>
            <a:ext cx="4206240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834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야만추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155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83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기준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사진, 프로필 텍스트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383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성향 + 감정 데이터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1556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장벽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'데이팅' 직접 노출, 부담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977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'직관 메이트'로 시작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155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72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장치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572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학교/직장 인증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4572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 팬 인증 게이지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1556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66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 트리거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51663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알림 푸시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51663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시즌 자체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155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60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방지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5760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약함 (카톡으로 이동)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0" y="5760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응원석 커뮤니티 + 비시즌 콘텐츠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퍼널로 작동한다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디즈니랜드와 동일한 구조 — 입장권 → 거리 → 놀이기구 → 연간 패스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383280"/>
            <a:ext cx="109728" cy="2926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365760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794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후킹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2960" y="4983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5349240"/>
            <a:ext cx="4572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486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야구 성향 카드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 팬 인증 게이지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33832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3383280"/>
            <a:ext cx="109728" cy="2926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166360" y="365760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79476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3657600" y="4983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657600" y="5349240"/>
            <a:ext cx="45720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0" y="5486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 메타버스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응원석 + 유꾸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17920" y="33832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3383280"/>
            <a:ext cx="109728" cy="2926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001000" y="365760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79476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유도</a:t>
            </a:r>
            <a:endParaRPr lang="en-US" sz="2800" dirty="0"/>
          </a:p>
        </p:txBody>
      </p:sp>
      <p:sp>
        <p:nvSpPr>
          <p:cNvPr id="31" name="Text 26"/>
          <p:cNvSpPr/>
          <p:nvPr/>
        </p:nvSpPr>
        <p:spPr>
          <a:xfrm>
            <a:off x="6492240" y="4983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492240" y="5349240"/>
            <a:ext cx="45720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92240" y="5486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친밀도 사다리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티켓 + 제휴 패키지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9052560" y="33832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052560" y="3383280"/>
            <a:ext cx="109728" cy="2926080"/>
          </a:xfrm>
          <a:prstGeom prst="rect">
            <a:avLst/>
          </a:prstGeom>
          <a:solidFill>
            <a:srgbClr val="6B2C5C"/>
          </a:solidFill>
          <a:ln w="12700">
            <a:solidFill>
              <a:srgbClr val="6B2C5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3268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10835640" y="365760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794760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26880" y="4389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관리</a:t>
            </a:r>
            <a:endParaRPr lang="en-US" sz="2800" dirty="0"/>
          </a:p>
        </p:txBody>
      </p:sp>
      <p:sp>
        <p:nvSpPr>
          <p:cNvPr id="40" name="Text 34"/>
          <p:cNvSpPr/>
          <p:nvPr/>
        </p:nvSpPr>
        <p:spPr>
          <a:xfrm>
            <a:off x="9326880" y="4983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Retention+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326880" y="5349240"/>
            <a:ext cx="457200" cy="27432"/>
          </a:xfrm>
          <a:prstGeom prst="rect">
            <a:avLst/>
          </a:prstGeom>
          <a:solidFill>
            <a:srgbClr val="6B2C5C"/>
          </a:solidFill>
          <a:ln w="12700">
            <a:solidFill>
              <a:srgbClr val="6B2C5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9326880" y="5486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일지 + 비시즌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스토브리그 콘텐츠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 · 후킹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야구 성향 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비유로 풀어내는 페르소나 — 공유하고 싶어지는 카드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03520" cy="12344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137160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724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꾸준한 2번 타자형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63040" y="3200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안정적이고 신뢰감 있는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연애 스타일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5303520" cy="12344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931920"/>
            <a:ext cx="137160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불펜 에이스형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63040" y="4572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위기 때 진가를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발휘하는 사람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303520"/>
            <a:ext cx="5303520" cy="12344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5303520"/>
            <a:ext cx="137160" cy="1234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321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5468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대주자형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463040" y="5943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결정적 순간에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달려주는 동반자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256032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432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 팬 인증 게이지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데이팅 앱 코스프레를 막는 핵심 장치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446520" y="3794760"/>
            <a:ext cx="2468880" cy="105156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33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티켓 QR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22376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인증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9052560" y="3794760"/>
            <a:ext cx="2468880" cy="105156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40233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2980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굿즈 영수증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82980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인증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446520" y="4983480"/>
            <a:ext cx="2468880" cy="105156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21208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223760" y="5148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응원가 음성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7223760" y="5532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 인증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9052560" y="4983480"/>
            <a:ext cx="2468880" cy="105156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5212080"/>
            <a:ext cx="457200" cy="4572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829800" y="5148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퀴즈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9829800" y="5532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인증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54864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34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헬스장 '오운완' 인증과 동일한 구조. 진짜 하는 사람만 모인다는 신호.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 · 유지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응원석 + 유꾸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거창한 VR은 NO. 본디 스타일의 가벼운 2D 아이소메트릭이 정답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486400" cy="3840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STADIUM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응원석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03120" y="3840480"/>
            <a:ext cx="2468880" cy="1554480"/>
          </a:xfrm>
          <a:prstGeom prst="ellipse">
            <a:avLst/>
          </a:prstGeom>
          <a:solidFill>
            <a:srgbClr val="2D5016"/>
          </a:solidFill>
          <a:ln w="25400">
            <a:solidFill>
              <a:srgbClr val="1F3D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4434840"/>
            <a:ext cx="457200" cy="32004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291840" y="402336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4023360" y="4526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291840" y="502920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2560320" y="4526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576072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576072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5760720"/>
            <a:ext cx="228600" cy="22860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576072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576072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576072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5760720"/>
            <a:ext cx="228600" cy="22860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텍스트 중계 + 캐릭터 자동 모션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766060"/>
            <a:ext cx="457200" cy="4572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85750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동시 관람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시간에만 열리는 응원석. 비슷한 성향 매칭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35661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3771900"/>
            <a:ext cx="457200" cy="4572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86334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494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중계 + 모션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9494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회피. 홈런 시 다같이 점프, 위기 시 응원봉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217920" y="457200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355080" y="4777740"/>
            <a:ext cx="457200" cy="4572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69180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494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응원가 미니게임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69494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옆자리 사람과 같이 부르며 친밀도 상승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217920" y="557784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355080" y="5783580"/>
            <a:ext cx="457200" cy="4572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875020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94944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유꾸 (유니폼 꾸미기)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694944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이모티콘식 소액결제. 시즌 한정 아이템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 · 결제 유도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친밀도 사다리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'갑자기 만나자' 대신 단계별 잠금 해제 — 썸을 게임 퀘스트화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97480"/>
            <a:ext cx="3474720" cy="640080"/>
          </a:xfrm>
          <a:prstGeom prst="rect">
            <a:avLst/>
          </a:prstGeom>
          <a:solidFill>
            <a:srgbClr val="8B92A5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3611880"/>
            <a:ext cx="914400" cy="9144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79476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응원석 옆자리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 텍스트 중계를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보며 친해지기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269748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2697480"/>
            <a:ext cx="34747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소액결제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77840" y="3611880"/>
            <a:ext cx="914400" cy="9144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79476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9768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하프타임 통화권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57200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5회전 종료 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음성통화 5분 — 안전하게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046720" y="269748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0" y="2697480"/>
            <a:ext cx="34747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3210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926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 구매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9326880" y="3611880"/>
            <a:ext cx="914400" cy="9144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794760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04672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같이 가기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832104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실제 만남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게임의 시작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023360" y="4251960"/>
            <a:ext cx="27432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772400" y="4251960"/>
            <a:ext cx="27432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17220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88720" y="5989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인증 보상: 다음 티켓 할인 / 제휴 상점 쿠폰 / 동반 직관 트로피 / 5회 누적시 공식 커플 등록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"/>
          </a:xfrm>
          <a:prstGeom prst="rect">
            <a:avLst/>
          </a:prstGeom>
          <a:solidFill>
            <a:srgbClr val="6B2C5C"/>
          </a:solidFill>
          <a:ln w="12700">
            <a:solidFill>
              <a:srgbClr val="6B2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B2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 · 향후 관리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떠나지 않게 만드는 3가지 전략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데이팅 앱의 영원한 딜레마: 연결되는 순간 카톡으로 떠난다. 이를 막는다.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546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커플도 앱에 남게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14400" y="4754880"/>
            <a:ext cx="457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509320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데이트 일지 자동 기록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50468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1주년/N번째 직관 시 알림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591616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추억 다이어리 기능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89120" y="260604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000" dirty="0"/>
          </a:p>
        </p:txBody>
      </p:sp>
      <p:sp>
        <p:nvSpPr>
          <p:cNvPr id="20" name="Shape 17"/>
          <p:cNvSpPr/>
          <p:nvPr/>
        </p:nvSpPr>
        <p:spPr>
          <a:xfrm>
            <a:off x="7040880" y="301752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15468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54880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헤어져도 떠나지 않게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754880" y="4754880"/>
            <a:ext cx="457200" cy="3657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54880" y="5093208"/>
            <a:ext cx="91440" cy="914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377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응원석 커뮤니티는 유지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754880" y="5504688"/>
            <a:ext cx="91440" cy="914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3776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'지난 시즌 학습' 매칭 반영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754880" y="5916168"/>
            <a:ext cx="91440" cy="914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3776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야구는 끝나도 야구는 계속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229600" y="260604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859536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000" dirty="0"/>
          </a:p>
        </p:txBody>
      </p:sp>
      <p:sp>
        <p:nvSpPr>
          <p:cNvPr id="32" name="Shape 28"/>
          <p:cNvSpPr/>
          <p:nvPr/>
        </p:nvSpPr>
        <p:spPr>
          <a:xfrm>
            <a:off x="10881360" y="3017520"/>
            <a:ext cx="640080" cy="64008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15468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595360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 단위 리프레시</a:t>
            </a:r>
            <a:endParaRPr lang="en-US" sz="2200" dirty="0"/>
          </a:p>
        </p:txBody>
      </p:sp>
      <p:sp>
        <p:nvSpPr>
          <p:cNvPr id="35" name="Shape 30"/>
          <p:cNvSpPr/>
          <p:nvPr/>
        </p:nvSpPr>
        <p:spPr>
          <a:xfrm>
            <a:off x="8595360" y="4754880"/>
            <a:ext cx="457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595360" y="50932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77824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개막 = 앱의 새해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595360" y="55046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7782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스토브리그 토크 콘텐츠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595360" y="59161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77824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개막 D-day 미니 퀘스트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과제 해결 전략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548640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 유저 확보 전략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77240" y="370332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 팬 인증 시스템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'여기 있는 남자는 검증된 야구팬'이라는 안전 신호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61772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 전용 응원석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 야구 대화, 매칭과 분리된 안전한 학습 공간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553212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 인플루언서 시드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좋아하는 여성 크리에이터 초기 입점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0" y="28346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2834640"/>
            <a:ext cx="54864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7180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0372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비팬 유입 전략 (친구따라 강남)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46520" y="3703320"/>
            <a:ext cx="320040" cy="3200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46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90372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야알못 모드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90372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캐주얼 매칭 풀 + 룰 학습 게임화로 입문 부담 제거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446520" y="4617720"/>
            <a:ext cx="320040" cy="3200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465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90372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초대 동반 직관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90372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팬 1명 + 친구 1명 무료 동반, 양쪽 모두 혜택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446520" y="5532120"/>
            <a:ext cx="320040" cy="3200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4652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90372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초대장 모델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903720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클럽하우스식 폐쇄성으로 호기심 자극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 — 3축 구조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365760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수익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유꾸 아이템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유니폼/응원봉 커스텀 소액결제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멤버십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736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우선권, 통화권 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 수수료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5449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 직관 티켓 구매 수수료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5843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데이트 패키지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6163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맛집-경기-술집 묶음 판매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0" y="26060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2606040"/>
            <a:ext cx="36576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88036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 수익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539496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구단 공식 제휴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66344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커플 유니폼, 굿즈 할인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66344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맛집·술집 광고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663440" y="4736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야구장 주변 송객 수수료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66344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스포츠 브랜드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663440" y="5449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 콜라보 굿즈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663440" y="5843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 플랫폼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663440" y="6163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티켓링크, 인터파크 등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229600" y="26060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229600" y="2606040"/>
            <a:ext cx="365760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88036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2354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비시즌 수익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92354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Off-season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50392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스토브 라운지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850392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FA/트레이드 토론 콘텐츠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50392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스프링캠프 투어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8503920" y="4736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구단 제휴 패키지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50392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OTT 제휴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503920" y="5449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다큐 같이 보기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503920" y="5843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배팅장 패키지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8503920" y="6163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데이트 코스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5440" y="3657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1F2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우리만의 해자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 데이터 자산화 — 다른 앱이 절대 따라할 수 없는 영역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9418320" cy="2011680"/>
          </a:xfrm>
          <a:prstGeom prst="rect">
            <a:avLst/>
          </a:prstGeom>
          <a:solidFill>
            <a:srgbClr val="1A2540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291840"/>
            <a:ext cx="137160" cy="2011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22860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9회말 역전 홈런에 같이 흥분한 사람,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호환성은 어떤 알고리즘보다 강력하다.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860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사진과 프로필 텍스트가 절대 줄 수 없는 신호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5577840"/>
            <a:ext cx="301752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 동조율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6035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홈런, 역전, 위기 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흥분하는지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5577840"/>
            <a:ext cx="301752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 패턴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6035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 스타일의 실시간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패턴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5577840"/>
            <a:ext cx="301752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후 만족도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6035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이긴 날 / 진 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 회복 패턴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7315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73152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야만추는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C0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'데이팅 앱이 야구를 도구로 쓰는 것'이 아니라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야구장이 무대가 되는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취미 기반 만남 서비스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1371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70585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월드 모델 규모 결정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570585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시드 팬덤 선정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089904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961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구단 공식 제휴 일정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6089904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5961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응원석 액티비티 기획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0149840" y="4572000"/>
            <a:ext cx="1371600" cy="1371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야만추 - 야구장에서 만남 추구</dc:title>
  <dc:subject>PptxGenJS Presentation</dc:subject>
  <dc:creator>야만추 기획팀</dc:creator>
  <cp:lastModifiedBy>야만추 기획팀</cp:lastModifiedBy>
  <cp:revision>1</cp:revision>
  <dcterms:created xsi:type="dcterms:W3CDTF">2026-05-19T06:56:45Z</dcterms:created>
  <dcterms:modified xsi:type="dcterms:W3CDTF">2026-05-19T06:56:45Z</dcterms:modified>
</cp:coreProperties>
</file>